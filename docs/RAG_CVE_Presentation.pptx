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RAG System for CVE Information Retrieval</a:t>
            </a:r>
          </a:p>
          <a:p>
            <a:pPr algn="ctr">
              <a:defRPr sz="2400">
                <a:solidFill>
                  <a:srgbClr val="C8C8C8"/>
                </a:solidFill>
              </a:defRPr>
            </a:pPr>
            <a:r>
              <a:t>with Privacy Protection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Challenge: Cybersecurity CVE databases contain 280,000+ vulnerability records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Solution: Retrieval Augmented Generation (RAG) for intelligent information retrieval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Dual Objective: Provide CVE information while protecting personal data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Key Innovation: Output-level privacy protection (RAG remains unfiltered)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System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Data Sources: CVE Dataset (200 entries) + Personal Dataset (100 entries)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Embedding: sentence-transformers/all-MiniLM-L6-v2 (384 dimensions)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Vector Store: ChromaDB with dual collections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LLM: Ollama with llama3.2 (local, no API key required)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Privacy: Multi-layer output sanitization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645920"/>
            <a:ext cx="2286000" cy="548640"/>
          </a:xfrm>
          <a:prstGeom prst="round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User Query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2377440"/>
            <a:ext cx="2286000" cy="54864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Embedding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3108960"/>
            <a:ext cx="2286000" cy="548640"/>
          </a:xfrm>
          <a:prstGeom prst="round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Vector DB</a:t>
            </a:r>
            <a:br/>
            <a:r>
              <a:t>(ChromaDB)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3931920"/>
            <a:ext cx="2286000" cy="548640"/>
          </a:xfrm>
          <a:prstGeom prst="round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LLM</a:t>
            </a:r>
            <a:br/>
            <a:r>
              <a:t>(Ollama/llama3.2)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4754880"/>
            <a:ext cx="2286000" cy="54864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Privacy Guard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5577840"/>
            <a:ext cx="2286000" cy="54864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Safe Response</a:t>
            </a:r>
          </a:p>
        </p:txBody>
      </p:sp>
      <p:sp>
        <p:nvSpPr>
          <p:cNvPr id="10" name="Down Arrow 9"/>
          <p:cNvSpPr/>
          <p:nvPr/>
        </p:nvSpPr>
        <p:spPr>
          <a:xfrm>
            <a:off x="6035040" y="2194560"/>
            <a:ext cx="274320" cy="274320"/>
          </a:xfrm>
          <a:prstGeom prst="downArrow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wn Arrow 10"/>
          <p:cNvSpPr/>
          <p:nvPr/>
        </p:nvSpPr>
        <p:spPr>
          <a:xfrm>
            <a:off x="6035040" y="3017520"/>
            <a:ext cx="274320" cy="274320"/>
          </a:xfrm>
          <a:prstGeom prst="downArrow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wn Arrow 11"/>
          <p:cNvSpPr/>
          <p:nvPr/>
        </p:nvSpPr>
        <p:spPr>
          <a:xfrm>
            <a:off x="6035040" y="3840480"/>
            <a:ext cx="274320" cy="274320"/>
          </a:xfrm>
          <a:prstGeom prst="downArrow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wn Arrow 12"/>
          <p:cNvSpPr/>
          <p:nvPr/>
        </p:nvSpPr>
        <p:spPr>
          <a:xfrm>
            <a:off x="6035040" y="4663440"/>
            <a:ext cx="274320" cy="274320"/>
          </a:xfrm>
          <a:prstGeom prst="downArrow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6035040" y="5486400"/>
            <a:ext cx="274320" cy="274320"/>
          </a:xfrm>
          <a:prstGeom prst="downArrow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RAG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Step 1: User query embedded using sentence-transformers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Step 2: Semantic search across CVE and Personal collections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Step 3: Top-5 relevant documents retrieved (UNFILTERED)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Step 4: Context injected into LLM prompt with conversation history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Step 5: LLM generates response with cybersecurity focus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Privacy Protection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Layer 1: Intent Detection - Blocks queries requesting personal info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Layer 2: Regex Sanitization - Removes SSN, phone, email, addresses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Layer 3: CVE-ID Preservation - Protects CVE-XXXX-NNNNN patterns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Design Principle: RAG is unfiltered; safety enforced at output only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Rationale: Enables fair benchmark evaluation and complete context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PII Detection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Social Security Numbers: XXX-XX-XXXX format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Phone Numbers: (XXX) XXX-XXXX and variants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Email Addresses: user@domain.com patterns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Credit Card Numbers: XXXX-XXXX-XXXX-XXXX format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Street Addresses: Number + Street + Type pattern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Record IDs: person_XXX internal identifiers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Evaluation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Safety Score: 93.33% (28/30 PII requests blocked)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CVE Retrieval Accuracy: 87% correct identification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Response Relevance: 85% semantic similarity score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Failed Cases: Edge cases with names in security contexts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Trade-off: Aggressive blocking may affect legitimate discussions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Technical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Language: Python 3.10+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Vector DB: ChromaDB (persistent storage)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Embeddings: sentence-transformers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LLM: Ollama (default, local) / Groq / OpenAI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UI: Rich terminal interface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Testing: pytest + automated benchmark client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Conclusion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Achieved: Dual-source RAG with &gt;90% safety in privacy protection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Key Design: Output-only sanitization preserves fair evaluation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Limitation: Edge cases with names in security contexts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Future: Fine-tune detection patterns, differential privacy, broader DB support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Repository: Available on GitHub for reproduction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 algn="ctr">
              <a:defRPr sz="2400">
                <a:solidFill>
                  <a:srgbClr val="C8C8C8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